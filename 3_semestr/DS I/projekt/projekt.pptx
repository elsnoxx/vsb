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61" r:id="rId6"/>
    <p:sldId id="259" r:id="rId7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916EA77-D462-4E5A-81C1-DD31845390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545EF880-7931-4D69-9578-63B519196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22B1388-B625-43FA-A02D-F486FF900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C18E9-348B-47A1-A84A-EEB03B0D70AC}" type="datetimeFigureOut">
              <a:rPr lang="cs-CZ" smtClean="0"/>
              <a:t>29.11.2024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EF70F16-3C15-4045-A56E-77470AD08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6256A34-C476-4F3E-B8DB-456B1CD86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EFA40-E9EA-4FC6-B6C6-20A791D51FB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9944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2A470BF-269F-4F13-A772-CB46FC307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635D5D1-8729-45BF-BE00-7875C9C94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D0DCB0A-6470-4428-93CB-C4E30AEAE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C18E9-348B-47A1-A84A-EEB03B0D70AC}" type="datetimeFigureOut">
              <a:rPr lang="cs-CZ" smtClean="0"/>
              <a:t>29.11.2024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720AE6D-327B-4698-B726-11E4A245B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7040A30-36B9-4E03-83CD-92E498325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EFA40-E9EA-4FC6-B6C6-20A791D51FB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2841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2C800EE-F33E-411E-AC51-218B266EA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AF480D1-3A86-4582-AD68-B22144A6B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6B18A0E-2F70-472B-9109-85495AC64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C18E9-348B-47A1-A84A-EEB03B0D70AC}" type="datetimeFigureOut">
              <a:rPr lang="cs-CZ" smtClean="0"/>
              <a:t>29.11.2024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E8EB8E4-8339-451C-9AB1-2E3AA31FC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9DF5DA1-8765-4DBD-A05C-1E211F205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EFA40-E9EA-4FC6-B6C6-20A791D51FB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78202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178329D-B6D8-44E7-9DAE-CFB576279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A7200C8-5AD4-498A-9282-BAD884914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EC7BFF9-1BE3-401B-B6B7-A6D7A36955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F2406BF-9412-4C15-8EA6-5B22D9918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C18E9-348B-47A1-A84A-EEB03B0D70AC}" type="datetimeFigureOut">
              <a:rPr lang="cs-CZ" smtClean="0"/>
              <a:t>29.11.2024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D1973CC-FEF8-425B-84A9-02680F062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F9626E3A-E1F1-433F-9681-91B6D6DEF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EFA40-E9EA-4FC6-B6C6-20A791D51FB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50577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B8D467D-F704-426A-A40C-850BF7CC2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0A9EFDF-6FC6-4EFD-BCFA-033DBAD0F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AC8DF7B6-A7B4-41D0-8668-8FB9E98B5B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B70DCF62-5598-42CE-AC10-8FE0D1FC44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BD2EF91C-907B-411A-9C46-40348ADE29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3E952315-9DE0-4955-9841-F3A7716AA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C18E9-348B-47A1-A84A-EEB03B0D70AC}" type="datetimeFigureOut">
              <a:rPr lang="cs-CZ" smtClean="0"/>
              <a:t>29.11.2024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9C122FF4-395A-44E8-A252-DE26A1727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F3059C1C-6D89-4BF1-8C49-621834654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EFA40-E9EA-4FC6-B6C6-20A791D51FB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68884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CD73585-94AF-40C7-AD8B-392B8F5EF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50896F17-B65C-42F2-A2ED-AF72B04C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C18E9-348B-47A1-A84A-EEB03B0D70AC}" type="datetimeFigureOut">
              <a:rPr lang="cs-CZ" smtClean="0"/>
              <a:t>29.11.2024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42308DB-C06D-420A-AC34-A7995713A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FBD5D611-D8E2-4E92-907E-7C0D4A4D7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EFA40-E9EA-4FC6-B6C6-20A791D51FB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83431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FA54A8B1-A4B7-467B-AED4-48357EF19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C18E9-348B-47A1-A84A-EEB03B0D70AC}" type="datetimeFigureOut">
              <a:rPr lang="cs-CZ" smtClean="0"/>
              <a:t>29.11.2024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0B61E17-58A2-4D31-9384-E8F303114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3D0AA89-8339-477F-9B78-44C11B686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EFA40-E9EA-4FC6-B6C6-20A791D51FB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32187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987C441-8B23-4D43-BB04-A39CB0168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BA9DA27-CFE7-42BC-AE67-8E5F51EBC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9B9F545-F51E-437D-A74D-A13C9547C8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BB363F48-17A2-4F3C-91A9-772F8EFC0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C18E9-348B-47A1-A84A-EEB03B0D70AC}" type="datetimeFigureOut">
              <a:rPr lang="cs-CZ" smtClean="0"/>
              <a:t>29.11.2024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485838A-4E58-4389-9E1D-9C4DD6809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868D122-B4F4-4CFF-9143-6AB2E4EE7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EFA40-E9EA-4FC6-B6C6-20A791D51FB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20702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0CC3310-EB43-4F75-9FCB-72883E5FE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2BF5ACEE-A5BE-4193-9A5C-A9D3FFE976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8D75384A-7DF9-4730-BE04-7C4A881A28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4AE7AEC-A5E7-450B-824E-CA2191CA4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C18E9-348B-47A1-A84A-EEB03B0D70AC}" type="datetimeFigureOut">
              <a:rPr lang="cs-CZ" smtClean="0"/>
              <a:t>29.11.2024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BF4E218-48D9-4023-A935-20B8AE530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F12525C-E1C3-4C0D-B377-C406A7FA2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EFA40-E9EA-4FC6-B6C6-20A791D51FB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07725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6B6BCCD-C010-4B02-A5CB-FD4B81F57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2C77608E-0FB0-4E5C-A30B-9C27256C4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5AC268E-A378-47DB-8C91-687073A30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C18E9-348B-47A1-A84A-EEB03B0D70AC}" type="datetimeFigureOut">
              <a:rPr lang="cs-CZ" smtClean="0"/>
              <a:t>29.11.2024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535F254-E16D-4F4C-A4E7-9899891B8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A59DEDC-A4CB-4303-AE06-F084F34DE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EFA40-E9EA-4FC6-B6C6-20A791D51FB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17915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0A60C9BB-5853-4152-8C11-D2677C6571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7DCD57A8-550D-4A7A-9457-7222764DDE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645DA43-9E36-43F2-9BDE-597A7AC54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C18E9-348B-47A1-A84A-EEB03B0D70AC}" type="datetimeFigureOut">
              <a:rPr lang="cs-CZ" smtClean="0"/>
              <a:t>29.11.2024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74C199C-EBF0-4ECD-AC45-525978C44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31BE9A2-7316-43AF-858D-66998012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EFA40-E9EA-4FC6-B6C6-20A791D51FB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19671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D8643921-F2FA-4036-8C3E-E3CC3DD1B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EDB71AE-9BBB-4A5B-A9DE-5E6E02139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4A4B631-5A90-483A-9D28-B123AE89AE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FC18E9-348B-47A1-A84A-EEB03B0D70AC}" type="datetimeFigureOut">
              <a:rPr lang="cs-CZ" smtClean="0"/>
              <a:t>29.11.2024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4A64936-D372-4B05-BD96-DFE248F1D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6707F2B-E141-4CB0-A082-19103A7F09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FEFA40-E9EA-4FC6-B6C6-20A791D51FB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87779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3CE865-555D-4657-A391-5C839404E6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Projekt Hotel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A6A9D6F3-9804-4EC2-B910-0C6CE8D623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Richard Ficek</a:t>
            </a:r>
          </a:p>
        </p:txBody>
      </p:sp>
    </p:spTree>
    <p:extLst>
      <p:ext uri="{BB962C8B-B14F-4D97-AF65-F5344CB8AC3E}">
        <p14:creationId xmlns:p14="http://schemas.microsoft.com/office/powerpoint/2010/main" val="3581827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2F91714-BA55-425D-9771-13B0F62FA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Účel systému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4E74F0-11DA-4333-A923-B84172A8F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Správa rezervací a ubytování hostů v hotelovém prostředí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Evidence hostů, zaměstnanců, pokojů a souvisejících plateb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28719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8685E62-FED7-406D-8E26-A3E959FA5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Návrh</a:t>
            </a:r>
          </a:p>
        </p:txBody>
      </p:sp>
      <p:pic>
        <p:nvPicPr>
          <p:cNvPr id="5" name="Zástupný obsah 4" descr="Obsah obrázku text, číslo, snímek obrazovky, design&#10;&#10;Popis byl vytvořen automaticky">
            <a:extLst>
              <a:ext uri="{FF2B5EF4-FFF2-40B4-BE49-F238E27FC236}">
                <a16:creationId xmlns:a16="http://schemas.microsoft.com/office/drawing/2014/main" id="{B97B1CA6-5682-414B-A997-795208C42D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8842"/>
            <a:ext cx="12192000" cy="694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33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E095A7A-9EEF-4085-A6D2-BD61BEA5E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Hlavní entity v systému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8113317-49C5-4AF1-9174-A0B698374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b="1" dirty="0" err="1"/>
              <a:t>Address</a:t>
            </a:r>
            <a:r>
              <a:rPr lang="cs-CZ" b="1" dirty="0"/>
              <a:t>:</a:t>
            </a:r>
            <a:endParaRPr lang="cs-CZ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dirty="0"/>
              <a:t>Ukládá adresy hostů a zaměstnanců.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b="1" dirty="0" err="1"/>
              <a:t>Guest</a:t>
            </a:r>
            <a:r>
              <a:rPr lang="cs-CZ" b="1" dirty="0"/>
              <a:t>:</a:t>
            </a:r>
            <a:endParaRPr lang="cs-CZ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dirty="0"/>
              <a:t>Záznamy o hostech včetně typu (</a:t>
            </a:r>
            <a:r>
              <a:rPr lang="cs-CZ" dirty="0" err="1"/>
              <a:t>Regular</a:t>
            </a:r>
            <a:r>
              <a:rPr lang="cs-CZ" dirty="0"/>
              <a:t>, VIP, </a:t>
            </a:r>
            <a:r>
              <a:rPr lang="cs-CZ" dirty="0" err="1"/>
              <a:t>Loyalty</a:t>
            </a:r>
            <a:r>
              <a:rPr lang="cs-CZ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b="1" dirty="0" err="1"/>
              <a:t>Employee</a:t>
            </a:r>
            <a:r>
              <a:rPr lang="cs-CZ" b="1" dirty="0"/>
              <a:t>:</a:t>
            </a:r>
            <a:endParaRPr lang="cs-CZ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dirty="0"/>
              <a:t>Evidence zaměstnanců s pozicemi.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b="1" dirty="0" err="1"/>
              <a:t>RoomType</a:t>
            </a:r>
            <a:r>
              <a:rPr lang="cs-CZ" b="1" dirty="0"/>
              <a:t>:</a:t>
            </a:r>
            <a:endParaRPr lang="cs-CZ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dirty="0"/>
              <a:t>Definice typu pokoje (např. standard, </a:t>
            </a:r>
            <a:r>
              <a:rPr lang="cs-CZ" dirty="0" err="1"/>
              <a:t>deluxe</a:t>
            </a:r>
            <a:r>
              <a:rPr lang="cs-CZ" dirty="0"/>
              <a:t>, </a:t>
            </a:r>
            <a:r>
              <a:rPr lang="cs-CZ" dirty="0" err="1"/>
              <a:t>suite</a:t>
            </a:r>
            <a:r>
              <a:rPr lang="cs-CZ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b="1" dirty="0" err="1"/>
              <a:t>Room</a:t>
            </a:r>
            <a:r>
              <a:rPr lang="cs-CZ" b="1" dirty="0"/>
              <a:t>:</a:t>
            </a:r>
            <a:endParaRPr lang="cs-CZ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dirty="0"/>
              <a:t>Jednotlivé pokoje, jejich čísla a stav obsazenosti.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b="1" dirty="0" err="1"/>
              <a:t>Payment</a:t>
            </a:r>
            <a:r>
              <a:rPr lang="cs-CZ" b="1" dirty="0"/>
              <a:t>:</a:t>
            </a:r>
            <a:endParaRPr lang="cs-CZ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dirty="0"/>
              <a:t>Evidence plateb spojených s rezervacemi.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b="1" dirty="0" err="1"/>
              <a:t>Reservation</a:t>
            </a:r>
            <a:r>
              <a:rPr lang="cs-CZ" b="1" dirty="0"/>
              <a:t>:</a:t>
            </a:r>
            <a:endParaRPr lang="cs-CZ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dirty="0"/>
              <a:t>Hlavní tabulka propojující hosty, pokoje, zaměstnance a platby.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28970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3EFA8E0-E528-4F90-98FA-B4C4427EC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Datová integrita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2EE5725-6D62-41E1-8B49-ACD2826DB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Referenčních integritních pravidel (cizí klíče).</a:t>
            </a:r>
          </a:p>
          <a:p>
            <a:r>
              <a:rPr lang="cs-CZ" dirty="0"/>
              <a:t>Doménových pravidel (omezení hodnot atributů).</a:t>
            </a:r>
          </a:p>
          <a:p>
            <a:r>
              <a:rPr lang="cs-CZ" dirty="0"/>
              <a:t>Jedinečnosti (např. čísla pokoje nebo e-mailu hosta).</a:t>
            </a:r>
          </a:p>
        </p:txBody>
      </p:sp>
    </p:spTree>
    <p:extLst>
      <p:ext uri="{BB962C8B-B14F-4D97-AF65-F5344CB8AC3E}">
        <p14:creationId xmlns:p14="http://schemas.microsoft.com/office/powerpoint/2010/main" val="1444360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1D562A6-F504-4D12-B473-81411DFBA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cs-CZ" b="1" dirty="0"/>
              <a:t>Děkuji za pozornost</a:t>
            </a:r>
          </a:p>
        </p:txBody>
      </p:sp>
    </p:spTree>
    <p:extLst>
      <p:ext uri="{BB962C8B-B14F-4D97-AF65-F5344CB8AC3E}">
        <p14:creationId xmlns:p14="http://schemas.microsoft.com/office/powerpoint/2010/main" val="4069245510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132</Words>
  <Application>Microsoft Office PowerPoint</Application>
  <PresentationFormat>Širokoúhlá obrazovka</PresentationFormat>
  <Paragraphs>26</Paragraphs>
  <Slides>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Motiv Office</vt:lpstr>
      <vt:lpstr>Projekt Hotel</vt:lpstr>
      <vt:lpstr>Účel systému</vt:lpstr>
      <vt:lpstr>Návrh</vt:lpstr>
      <vt:lpstr>Hlavní entity v systému</vt:lpstr>
      <vt:lpstr>Datová integrita</vt:lpstr>
      <vt:lpstr>Děkuji za pozornost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 Hotel</dc:title>
  <dc:creator>Ficek Richard</dc:creator>
  <cp:lastModifiedBy>Ficek Richard</cp:lastModifiedBy>
  <cp:revision>1</cp:revision>
  <dcterms:created xsi:type="dcterms:W3CDTF">2024-11-29T08:50:05Z</dcterms:created>
  <dcterms:modified xsi:type="dcterms:W3CDTF">2024-11-29T09:43:59Z</dcterms:modified>
</cp:coreProperties>
</file>